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by three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Four by Three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older shape of screen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C03030"/>
                </a:solidFill>
              </a:rPr>
              <a:t>A loose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by Three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
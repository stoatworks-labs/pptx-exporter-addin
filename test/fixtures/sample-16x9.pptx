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0000000-0000-0000-0000-000000000000}">
          <p14:sldIdLst>
            <p14:sldId id="256"/>
            <p14:sldId id="257"/>
          </p14:sldIdLst>
        </p14:section>
        <p14:section name="Body" id="{00000000-0000-0000-0000-000000000001}">
          <p14:sldIdLst>
            <p14:sldId id="258"/>
            <p14:sldId id="259"/>
            <p14:sldId id="260"/>
            <p14:sldId id="261"/>
          </p14:sldIdLst>
        </p14:section>
        <p14:section name="Finale" id="{00000000-0000-0000-0000-000000000002}">
          <p14:sldIdLst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notes with ünïcödé ✓</a:t>
            </a:r>
          </a:p>
          <a:p>
            <a:r>
              <a:t>Second line of the opening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notes.</a:t>
            </a:r>
          </a:p>
          <a:p/>
          <a:p>
            <a:r>
              <a:t>A paragraph after a blank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in Ελληνικά and Русский.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the hidden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with specials: 100% {sure} &amp; $cash$ #tag ~ ^ _ \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日本語のノート。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Exporter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Fixture — généré &amp; 日本語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rPr b="1"/>
              <a:t>bold</a:t>
            </a:r>
            <a:r>
              <a:t> and </a:t>
            </a:r>
            <a:r>
              <a:rPr i="1"/>
              <a:t>italic</a:t>
            </a:r>
          </a:p>
          <a:p>
            <a:pPr lvl="2"/>
            <a:r>
              <a:t>Third level</a:t>
            </a:r>
          </a:p>
          <a:p>
            <a:pPr/>
            <a:r>
              <a:rPr>
                <a:hlinkClick r:id="rId2"/>
              </a:rPr>
              <a:t>A link to 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column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Projector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Laser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Screen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Merged cell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</a:t>
            </a:r>
          </a:p>
        </p:txBody>
      </p:sp>
      <p:pic>
        <p:nvPicPr>
          <p:cNvPr id="3" name="Picture 2" descr="Diagonal stripes and a cir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459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should not see this unless hidden slides are included.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Fade and Advance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fades in and advances after three seconds.</a:t>
            </a:r>
          </a:p>
        </p:txBody>
      </p:sp>
    </p:spTree>
  </p:cSld>
  <p:clrMapOvr>
    <a:masterClrMapping/>
  </p:clrMapOvr>
  <p:transition spd="med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Specials: 50% &amp; $5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Braces {x} tilde ~ caret ^ underscore _ backslash \ end</a:t>
            </a:r>
          </a:p>
          <a:p>
            <a:r>
              <a:rPr>
                <a:hlinkClick r:id="rId2" action="ppaction://hlinksldjump"/>
              </a:rPr>
              <a:t>Back to the agenda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push dir="u"/>
      </p:transition>
    </mc:Choice>
    <mc:Fallback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Video</a:t>
            </a:r>
          </a:p>
        </p:txBody>
      </p:sp>
      <p:pic>
        <p:nvPicPr>
          <p:cNvPr id="3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0" y="182880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Exporter Test Deck</dc:title>
  <dc:subject/>
  <dc:creator>Fixture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